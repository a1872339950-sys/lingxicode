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团队对齐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灵犀办公模板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背景</a:t>
            </a:r>
          </a:p>
          <a:p>
            <a:pPr/>
            <a:r>
              <a:t>目标</a:t>
            </a:r>
          </a:p>
          <a:p>
            <a:pPr/>
            <a:r>
              <a:t>优先级</a:t>
            </a:r>
          </a:p>
          <a:p>
            <a:pPr/>
            <a:r>
              <a:t>决策</a:t>
            </a:r>
          </a:p>
          <a:p>
            <a:pPr/>
            <a:r>
              <a:t>行动项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本季度核心结果</a:t>
            </a:r>
          </a:p>
          <a:p>
            <a:pPr/>
            <a:r>
              <a:t>非目标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优先级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P0</a:t>
            </a:r>
          </a:p>
          <a:p>
            <a:pPr/>
            <a:r>
              <a:t>P1</a:t>
            </a:r>
          </a:p>
          <a:p>
            <a:pPr/>
            <a:r>
              <a:t>P2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决策与行动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已决事项</a:t>
            </a:r>
          </a:p>
          <a:p>
            <a:pPr/>
            <a:r>
              <a:t>Owner / 截止日期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