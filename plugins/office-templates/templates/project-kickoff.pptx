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项目启动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灵犀办公模板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业务动机</a:t>
            </a:r>
          </a:p>
          <a:p>
            <a:pPr/>
            <a:r>
              <a:t>成功定义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 scope</a:t>
            </a:r>
          </a:p>
          <a:p>
            <a:pPr/>
            <a:r>
              <a:t>Out of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M1</a:t>
            </a:r>
          </a:p>
          <a:p>
            <a:pPr/>
            <a:r>
              <a:t>M2</a:t>
            </a:r>
          </a:p>
          <a:p>
            <a:pPr/>
            <a:r>
              <a:t>M3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角色与协作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RACI 要点</a:t>
            </a:r>
          </a:p>
          <a:p>
            <a:pPr/>
            <a:r>
              <a:t>沟通节奏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