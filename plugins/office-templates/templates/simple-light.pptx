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简约演示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灵犀办公模板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要点一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说明</a:t>
            </a:r>
          </a:p>
          <a:p>
            <a:pPr/>
            <a:r>
              <a:t>证据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要点二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说明</a:t>
            </a:r>
          </a:p>
          <a:p>
            <a:pPr/>
            <a:r>
              <a:t>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行动项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