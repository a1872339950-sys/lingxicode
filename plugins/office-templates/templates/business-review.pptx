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业务复盘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灵犀办公模板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关键指标</a:t>
            </a:r>
          </a:p>
          <a:p>
            <a:pPr/>
            <a:r>
              <a:t>结论一句话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已完成</a:t>
            </a:r>
          </a:p>
          <a:p>
            <a:pPr/>
            <a:r>
              <a:t>进行中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问题与风险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阻塞</a:t>
            </a:r>
          </a:p>
          <a:p>
            <a:pPr/>
            <a:r>
              <a:t>缓解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下阶段计划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重点动作</a:t>
            </a:r>
          </a:p>
          <a:p>
            <a:pPr/>
            <a:r>
              <a:t>资源需求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